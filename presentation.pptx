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Презентация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oneszxkr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О чём эта презентация</a:t>
            </a:r>
          </a:p>
          <a:p>
            <a:pPr lvl="1">
              <a:defRPr sz="1800"/>
            </a:pPr>
            <a:r>
              <a:t>Цели и задачи</a:t>
            </a:r>
          </a:p>
          <a:p>
            <a:pPr lvl="1">
              <a:defRPr sz="1800"/>
            </a:pPr>
            <a:r>
              <a:t>Ключевые темы</a:t>
            </a:r>
          </a:p>
          <a:p>
            <a:pPr lvl="1">
              <a:defRPr sz="1800"/>
            </a:pPr>
            <a:r>
              <a:t>Ожидаемые результаты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Основное содержание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Раздел 1</a:t>
            </a:r>
          </a:p>
          <a:p>
            <a:pPr lvl="1">
              <a:defRPr sz="1800"/>
            </a:pPr>
            <a:r>
              <a:t>Описание первого раздела</a:t>
            </a:r>
          </a:p>
          <a:p>
            <a:pPr>
              <a:defRPr sz="2000" b="1"/>
            </a:pPr>
            <a:r>
              <a:t>Раздел 2</a:t>
            </a:r>
          </a:p>
          <a:p>
            <a:pPr lvl="1">
              <a:defRPr sz="1800"/>
            </a:pPr>
            <a:r>
              <a:t>Описание второго раздела</a:t>
            </a:r>
          </a:p>
          <a:p>
            <a:pPr>
              <a:defRPr sz="2000" b="1"/>
            </a:pPr>
            <a:r>
              <a:t>Раздел 3</a:t>
            </a:r>
          </a:p>
          <a:p>
            <a:pPr lvl="1">
              <a:defRPr sz="1800"/>
            </a:pPr>
            <a:r>
              <a:t>Описание третьего раздела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97D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Выводы</a:t>
            </a:r>
          </a:p>
          <a:p>
            <a:pPr lvl="1">
              <a:defRPr sz="1800"/>
            </a:pPr>
            <a:r>
              <a:t>Подведение итогов</a:t>
            </a:r>
          </a:p>
          <a:p>
            <a:pPr lvl="1">
              <a:defRPr sz="1800"/>
            </a:pPr>
            <a:r>
              <a:t>Дальнейшие шаги</a:t>
            </a:r>
          </a:p>
          <a:p>
            <a:pPr lvl="1">
              <a:defRPr sz="1800"/>
            </a:pPr>
            <a:r>
              <a:t>Контактная информация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